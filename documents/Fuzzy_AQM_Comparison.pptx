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Comparison of 12 Papers on Fuzzy Congestion Control in WSNs using AQM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Year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51692">
                <a:tc>
                  <a:txBody>
                    <a:bodyPr/>
                    <a:lstStyle/>
                    <a:p>
                      <a:r>
                        <a:rPr b="1" sz="1200"/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Key Gains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Drawbacks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Rezaee &amp; Pasandideh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Fuzzy AQM for healthcare WSN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Medical WSN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Priority-aware, reduced loss/delay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Sim only, fuzzy tuning overhead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Farzaneh &amp; Yaghmaee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Joint AQM + learning automata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WBSN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Adaptive, prioritization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Complex, convergence issues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Wu et al. (FAOM)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Fuzzy AQM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Routers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Smooth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WSN-specific, heavy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Abu-Shareha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GA-optimized fuzzy AQM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Generic WSN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Better stability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Offline GA cost, complexity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Kumar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SMO + fuzzy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QoS improvement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Overfit, optimization overhead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Mazloomi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Fuzzy clustering + SVR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Accurate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Needs training, heavy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Yang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PSO-trained PID AQM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 delay/loss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fuzzy, overhead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Rajeswari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Multi-indicator fuzzy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Fewer false positives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Energy/scalability gaps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Rezaee et al. (COCM)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Class-based congestion 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Healthcare WSN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Better priority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Overhead, fairness issues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Monowar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Priority congestion ctrl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Heterogeneous WSN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QoS for mixed 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Starvation risk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Aghdam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WCCP multimedia ctrl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Multimedia WSN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Energy-intensive</a:t>
                      </a:r>
                    </a:p>
                  </a:txBody>
                  <a:tcPr/>
                </a:tc>
              </a:tr>
              <a:tr h="351696">
                <a:tc>
                  <a:txBody>
                    <a:bodyPr/>
                    <a:lstStyle/>
                    <a:p>
                      <a:r>
                        <a:t>Fengyuan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Fuzzy AQM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Routers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Strong theory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WSN-optimized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