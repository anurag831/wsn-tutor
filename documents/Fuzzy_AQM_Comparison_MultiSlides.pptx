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Comparison of 12 Papers on Fuzzy Congestion Control in WSNs using AQM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Final Year Project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/>
              <a:t>Paper Comparison (Part 1)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914400"/>
          <a:ext cx="109728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  <a:gridCol w="1828800"/>
                <a:gridCol w="1828800"/>
              </a:tblGrid>
              <a:tr h="914400">
                <a:tc>
                  <a:txBody>
                    <a:bodyPr/>
                    <a:lstStyle/>
                    <a:p>
                      <a:r>
                        <a:rPr b="1" sz="1200"/>
                        <a:t>Paper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200"/>
                        <a:t>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200"/>
                        <a:t>Approach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200"/>
                        <a:t>Target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200"/>
                        <a:t>Key Gains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200"/>
                        <a:t>Drawbacks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t>Rezaee &amp; Pasandideh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Fuzzy AQM for healthcare WSN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Medical WSN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Priority-aware, reduced loss/delay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Sim only, fuzzy tuning overhead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t>Farzaneh &amp; Yaghmaee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Joint AQM + learning automata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WBSN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Adaptive, prioritization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Complex, convergence issues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t>Wu et al. (FAOM)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Fuzzy AQM controller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Routers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Smooth 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Not WSN-specific, heavy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t>Abu-Shareha et al.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GA-optimized fuzzy AQM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Generic WSN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Better stability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Offline GA cost, complexity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/>
              <a:t>Paper Comparison (Part 2)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914400"/>
          <a:ext cx="109728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  <a:gridCol w="1828800"/>
                <a:gridCol w="1828800"/>
              </a:tblGrid>
              <a:tr h="914400">
                <a:tc>
                  <a:txBody>
                    <a:bodyPr/>
                    <a:lstStyle/>
                    <a:p>
                      <a:r>
                        <a:rPr b="1" sz="1200"/>
                        <a:t>Paper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200"/>
                        <a:t>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200"/>
                        <a:t>Approach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200"/>
                        <a:t>Target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200"/>
                        <a:t>Key Gains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200"/>
                        <a:t>Drawbacks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t>Kumar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SMO + fuzzy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WSN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QoS improvement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Overfit, optimization overhead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t>Mazloomi et al.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Fuzzy clustering + SVR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WSN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Accurate detection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Needs training, heavy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t>Yang et al.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PSO-trained PID AQM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WSN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Low delay/loss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Not fuzzy, overhead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t>Rajeswari et al.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Multi-indicator fuzzy detection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WSN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Fewer false positives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Energy/scalability gaps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/>
              <a:t>Paper Comparison (Part 3)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914400"/>
          <a:ext cx="109728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  <a:gridCol w="1828800"/>
                <a:gridCol w="1828800"/>
              </a:tblGrid>
              <a:tr h="914400">
                <a:tc>
                  <a:txBody>
                    <a:bodyPr/>
                    <a:lstStyle/>
                    <a:p>
                      <a:r>
                        <a:rPr b="1" sz="1200"/>
                        <a:t>Paper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200"/>
                        <a:t>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200"/>
                        <a:t>Approach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200"/>
                        <a:t>Target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200"/>
                        <a:t>Key Gains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200"/>
                        <a:t>Drawbacks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t>Rezaee et al. (COCM)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Class-based congestion mgmt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Healthcare WSN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Better priority delivery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Overhead, fairness issues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t>Monowar et al.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Priority congestion ctrl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Heterogeneous WSN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QoS for mixed traffic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Starvation risk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t>Aghdam et al.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WCCP multimedia ctrl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Multimedia WSN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High throughput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Energy-intensive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t>Fengyuan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Fuzzy AQM design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Routers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Strong theory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Not WSN-optimized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