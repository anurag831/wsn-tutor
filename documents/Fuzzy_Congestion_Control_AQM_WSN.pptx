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Fuzzy Congestion Control using AQM in WSN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Comparison of 12 Research Papers</a:t>
            </a:r>
          </a:p>
          <a:p>
            <a:r>
              <a:t>Final Year 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/>
            <a:r>
              <a:t>📌 Most common inputs: Queue length (avg/instant), packet loss; sometimes channel load &amp; packet priority</a:t>
            </a:r>
          </a:p>
          <a:p>
            <a:pPr/>
            <a:r>
              <a:t>📌 Placement of fuzzy AQM: Mostly at cluster-heads/gateways or every forwarding node (hop-by-hop)</a:t>
            </a:r>
          </a:p>
          <a:p>
            <a:pPr/>
            <a:r>
              <a:t>📌 Typical outputs: Drop/mark probability (AQM), explicit congestion notification, rate adjustment</a:t>
            </a:r>
          </a:p>
          <a:p>
            <a:pPr/>
            <a:r>
              <a:t>📌 Evaluation metrics: Packet delivery ratio, delay, packet loss, energy; mostly simulation-based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of 12 Papers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351692"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Inputs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Node 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Output (Action)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b="1"/>
                      </a:pPr>
                      <a:r>
                        <a:t>Result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Rezaee &amp; Pasandideh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channel load,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Cluster-heads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Drop prob + ECN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Reduced loss, delay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Aimtongkham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arrival,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Predict + early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Better throughput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FLACC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AQL, 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Forwarding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Drop prob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Outperforms RED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FBACC variants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2013–15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arrival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Early drop + rate ctrl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Reduced loss &amp; delay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Chakraborty (Trust)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trust,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Rate adjust +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Trust + congestion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Lin (Fuzzy-PID)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loss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Gateways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PID+fuzzy ctrl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Smooth stable control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Abu-Shareha (AQM)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traffic desc.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Drop prob (fuzzy GA)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Optimized AQM tuning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Mazloomi (Hybrid)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link, pred.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Cluster-heads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Fuzzy+SVR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Energy-efficient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Sonmez (WMSN)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delay, 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Gateways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Prioritize frames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Preserves QoS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Hatamian et al.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2015–17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Load, neighbors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Routing nodes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Rate adjust + route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Avoids hotspots</a:t>
                      </a:r>
                    </a:p>
                  </a:txBody>
                  <a:tcPr/>
                </a:tc>
              </a:tr>
              <a:tr h="351692">
                <a:tc>
                  <a:txBody>
                    <a:bodyPr/>
                    <a:lstStyle/>
                    <a:p>
                      <a:r>
                        <a:t>IFCCDC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channel cond.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Node-level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Detect +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Reduced drops</a:t>
                      </a:r>
                    </a:p>
                  </a:txBody>
                  <a:tcPr/>
                </a:tc>
              </a:tr>
              <a:tr h="351696">
                <a:tc>
                  <a:txBody>
                    <a:bodyPr/>
                    <a:lstStyle/>
                    <a:p>
                      <a:r>
                        <a:t>Rajeswari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Qlen, delay,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Cluster-heads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Type-2 fuzzy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QoS under uncertainty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  <a:p>
            <a:pPr/>
            <a:r>
              <a:t>✅ Strengths: Adaptive decision-making, smooth congestion handling, supports priority data</a:t>
            </a:r>
          </a:p>
          <a:p>
            <a:pPr/>
            <a:r>
              <a:t>✅ Several protocols outperform traditional RED/GRED in delay and packet loss</a:t>
            </a:r>
          </a:p>
          <a:p>
            <a:pPr/>
            <a:r>
              <a:t>⚠️ Weaknesses: Simulation-heavy, limited real-world mote tests, computational overhead at CHs</a:t>
            </a:r>
          </a:p>
          <a:p>
            <a:pPr/>
            <a:r>
              <a:t>⚠️ Parameter tuning (membership functions, fuzzy rules) still manual in most works</a:t>
            </a:r>
          </a:p>
          <a:p>
            <a:pPr/>
            <a:r>
              <a:t>👉 Future: Use adaptive fuzzy sets, hybrid fuzzy+ML, hardware energy profiling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